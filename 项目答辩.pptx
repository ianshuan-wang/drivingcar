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3F6"/>
    <a:srgbClr val="D5DBEB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3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4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63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FEFFFF">
                <a:alpha val="100000"/>
              </a:srgbClr>
            </a:gs>
            <a:gs pos="28000">
              <a:srgbClr val="FDFEFE">
                <a:alpha val="100000"/>
              </a:srgbClr>
            </a:gs>
            <a:gs pos="53000">
              <a:srgbClr val="F7F9FB">
                <a:alpha val="100000"/>
              </a:srgbClr>
            </a:gs>
            <a:gs pos="100000">
              <a:srgbClr val="EFF3F6"/>
            </a:gs>
            <a:gs pos="0">
              <a:srgbClr val="FFFFFF"/>
            </a:gs>
            <a:gs pos="100000">
              <a:schemeClr val="accent2">
                <a:lumMod val="40000"/>
                <a:lumOff val="60000"/>
                <a:alpha val="100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ID_20220306_212144_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26025" y="662940"/>
            <a:ext cx="2139950" cy="5084445"/>
          </a:xfrm>
          <a:prstGeom prst="rect">
            <a:avLst/>
          </a:prstGeom>
        </p:spPr>
      </p:pic>
      <p:pic>
        <p:nvPicPr>
          <p:cNvPr id="3" name="图片 2" descr="X Mocku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010" y="548005"/>
            <a:ext cx="2379980" cy="5314315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6694170" y="3855085"/>
            <a:ext cx="4374515" cy="1075690"/>
            <a:chOff x="10542" y="6071"/>
            <a:chExt cx="6889" cy="1694"/>
          </a:xfrm>
        </p:grpSpPr>
        <p:cxnSp>
          <p:nvCxnSpPr>
            <p:cNvPr id="12" name="直接箭头连接符 11"/>
            <p:cNvCxnSpPr/>
            <p:nvPr/>
          </p:nvCxnSpPr>
          <p:spPr>
            <a:xfrm flipV="1">
              <a:off x="10542" y="7038"/>
              <a:ext cx="3007" cy="15"/>
            </a:xfrm>
            <a:prstGeom prst="straightConnector1">
              <a:avLst/>
            </a:prstGeom>
            <a:ln w="53975">
              <a:headEnd type="diamond"/>
              <a:tailEnd type="oval"/>
            </a:ln>
            <a:effectLst>
              <a:glow rad="88900">
                <a:schemeClr val="accent1">
                  <a:lumMod val="20000"/>
                  <a:lumOff val="80000"/>
                  <a:alpha val="40000"/>
                </a:schemeClr>
              </a:glow>
              <a:reflection blurRad="114300" stA="67000" endPos="96000" dist="76200" dir="5400000" sy="-100000" algn="bl" rotWithShape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14047" y="6071"/>
              <a:ext cx="3384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主界面</a:t>
              </a:r>
              <a:endPara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200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presentation</a:t>
              </a:r>
              <a:endParaRPr lang="en-US" altLang="zh-CN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200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psk laji</a:t>
              </a:r>
              <a:endParaRPr lang="en-US" altLang="zh-CN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123315" y="3070860"/>
            <a:ext cx="4162425" cy="1075690"/>
            <a:chOff x="1769" y="4836"/>
            <a:chExt cx="6555" cy="1694"/>
          </a:xfrm>
        </p:grpSpPr>
        <p:cxnSp>
          <p:nvCxnSpPr>
            <p:cNvPr id="16" name="直接箭头连接符 15"/>
            <p:cNvCxnSpPr/>
            <p:nvPr/>
          </p:nvCxnSpPr>
          <p:spPr>
            <a:xfrm flipH="1" flipV="1">
              <a:off x="5634" y="5769"/>
              <a:ext cx="2691" cy="19"/>
            </a:xfrm>
            <a:prstGeom prst="straightConnector1">
              <a:avLst/>
            </a:prstGeom>
            <a:ln w="53975">
              <a:headEnd type="diamond"/>
              <a:tailEnd type="oval"/>
            </a:ln>
            <a:effectLst>
              <a:glow rad="88900">
                <a:schemeClr val="accent1">
                  <a:lumMod val="20000"/>
                  <a:lumOff val="80000"/>
                  <a:alpha val="40000"/>
                </a:schemeClr>
              </a:glow>
              <a:reflection blurRad="114300" stA="67000" endPos="96000" dist="76200" dir="5400000" sy="-100000" algn="bl" rotWithShape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1769" y="4836"/>
              <a:ext cx="3384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设备界面</a:t>
              </a:r>
              <a:endPara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20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presentation</a:t>
              </a:r>
              <a:endPara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20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psk laji</a:t>
              </a:r>
              <a:endPara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694170" y="2217420"/>
            <a:ext cx="4374515" cy="1075690"/>
            <a:chOff x="10542" y="3492"/>
            <a:chExt cx="6889" cy="1694"/>
          </a:xfrm>
        </p:grpSpPr>
        <p:cxnSp>
          <p:nvCxnSpPr>
            <p:cNvPr id="18" name="直接箭头连接符 17"/>
            <p:cNvCxnSpPr/>
            <p:nvPr/>
          </p:nvCxnSpPr>
          <p:spPr>
            <a:xfrm flipV="1">
              <a:off x="10542" y="4459"/>
              <a:ext cx="3007" cy="15"/>
            </a:xfrm>
            <a:prstGeom prst="straightConnector1">
              <a:avLst/>
            </a:prstGeom>
            <a:ln w="53975">
              <a:headEnd type="diamond"/>
              <a:tailEnd type="oval"/>
            </a:ln>
            <a:effectLst>
              <a:glow rad="88900">
                <a:schemeClr val="accent1">
                  <a:lumMod val="20000"/>
                  <a:lumOff val="80000"/>
                  <a:alpha val="40000"/>
                </a:schemeClr>
              </a:glow>
              <a:reflection blurRad="114300" stA="67000" endPos="96000" dist="76200" dir="5400000" sy="-100000" algn="bl" rotWithShape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14047" y="3492"/>
              <a:ext cx="3384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统计页面</a:t>
              </a:r>
              <a:endPara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20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presentation</a:t>
              </a:r>
              <a:endPara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20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psk laji</a:t>
              </a:r>
              <a:endPara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123315" y="4469130"/>
            <a:ext cx="4162425" cy="1075690"/>
            <a:chOff x="1769" y="7038"/>
            <a:chExt cx="6555" cy="1694"/>
          </a:xfrm>
        </p:grpSpPr>
        <p:cxnSp>
          <p:nvCxnSpPr>
            <p:cNvPr id="20" name="直接箭头连接符 19"/>
            <p:cNvCxnSpPr/>
            <p:nvPr/>
          </p:nvCxnSpPr>
          <p:spPr>
            <a:xfrm flipH="1" flipV="1">
              <a:off x="5634" y="7971"/>
              <a:ext cx="2691" cy="19"/>
            </a:xfrm>
            <a:prstGeom prst="straightConnector1">
              <a:avLst/>
            </a:prstGeom>
            <a:ln w="53975">
              <a:headEnd type="diamond"/>
              <a:tailEnd type="oval"/>
            </a:ln>
            <a:effectLst>
              <a:glow rad="88900">
                <a:schemeClr val="accent1">
                  <a:lumMod val="20000"/>
                  <a:lumOff val="80000"/>
                  <a:alpha val="40000"/>
                </a:schemeClr>
              </a:glow>
              <a:reflection blurRad="114300" stA="67000" endPos="96000" dist="76200" dir="5400000" sy="-100000" algn="bl" rotWithShape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1769" y="7038"/>
              <a:ext cx="3384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我的界面</a:t>
              </a:r>
              <a:endPara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20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presentation</a:t>
              </a:r>
              <a:endPara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20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psk laji</a:t>
              </a:r>
              <a:endParaRPr lang="en-US" altLang="zh-CN" sz="2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65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35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4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1356*3675*656*656"/>
  <p:tag name="KSO_WM_UNIT_MEDIACOVER_STYLEID" val="1"/>
  <p:tag name="KSO_WM_UNIT_MEDIACOVER_TEXTSTATE" val="0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WPS 演示</Application>
  <PresentationFormat>宽屏</PresentationFormat>
  <Paragraphs>16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方正公文小标宋</vt:lpstr>
      <vt:lpstr>仿宋</vt:lpstr>
      <vt:lpstr>楷体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FranXX</cp:lastModifiedBy>
  <cp:revision>157</cp:revision>
  <dcterms:created xsi:type="dcterms:W3CDTF">2019-06-19T02:08:00Z</dcterms:created>
  <dcterms:modified xsi:type="dcterms:W3CDTF">2022-03-06T15:51:23Z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883D41A4716145F8B062411FD85F81CD</vt:lpwstr>
  </property>
</Properties>
</file>